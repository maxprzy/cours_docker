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75" r:id="rId2"/>
    <p:sldId id="315" r:id="rId3"/>
    <p:sldId id="316" r:id="rId4"/>
    <p:sldId id="323" r:id="rId5"/>
    <p:sldId id="330" r:id="rId6"/>
    <p:sldId id="318" r:id="rId7"/>
    <p:sldId id="331" r:id="rId8"/>
    <p:sldId id="319" r:id="rId9"/>
    <p:sldId id="320" r:id="rId10"/>
    <p:sldId id="321" r:id="rId11"/>
    <p:sldId id="325" r:id="rId12"/>
    <p:sldId id="322" r:id="rId13"/>
    <p:sldId id="332" r:id="rId14"/>
    <p:sldId id="324" r:id="rId15"/>
    <p:sldId id="333" r:id="rId16"/>
    <p:sldId id="326" r:id="rId17"/>
    <p:sldId id="334" r:id="rId18"/>
    <p:sldId id="328" r:id="rId19"/>
    <p:sldId id="327" r:id="rId20"/>
  </p:sldIdLst>
  <p:sldSz cx="12192000" cy="6858000"/>
  <p:notesSz cx="6808788" cy="9940925"/>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2F1"/>
    <a:srgbClr val="D5D5D5"/>
    <a:srgbClr val="A162D0"/>
    <a:srgbClr val="FFFB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66" autoAdjust="0"/>
    <p:restoredTop sz="85258" autoAdjust="0"/>
  </p:normalViewPr>
  <p:slideViewPr>
    <p:cSldViewPr snapToGrid="0">
      <p:cViewPr varScale="1">
        <p:scale>
          <a:sx n="75" d="100"/>
          <a:sy n="75" d="100"/>
        </p:scale>
        <p:origin x="931" y="48"/>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50475" cy="497046"/>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56737" y="0"/>
            <a:ext cx="2950475" cy="497046"/>
          </a:xfrm>
          <a:prstGeom prst="rect">
            <a:avLst/>
          </a:prstGeom>
        </p:spPr>
        <p:txBody>
          <a:bodyPr vert="horz" lIns="91440" tIns="45720" rIns="91440" bIns="45720" rtlCol="0"/>
          <a:lstStyle>
            <a:lvl1pPr algn="r">
              <a:defRPr sz="1200"/>
            </a:lvl1pPr>
          </a:lstStyle>
          <a:p>
            <a:fld id="{1C17683B-26D8-724E-89B0-02249384450D}" type="datetimeFigureOut">
              <a:rPr lang="fr-FR" smtClean="0"/>
              <a:t>30/11/2021</a:t>
            </a:fld>
            <a:endParaRPr lang="fr-FR"/>
          </a:p>
        </p:txBody>
      </p:sp>
      <p:sp>
        <p:nvSpPr>
          <p:cNvPr id="4" name="Espace réservé de l'image des diapositives 3"/>
          <p:cNvSpPr>
            <a:spLocks noGrp="1" noRot="1" noChangeAspect="1"/>
          </p:cNvSpPr>
          <p:nvPr>
            <p:ph type="sldImg" idx="2"/>
          </p:nvPr>
        </p:nvSpPr>
        <p:spPr>
          <a:xfrm>
            <a:off x="92075" y="746125"/>
            <a:ext cx="6624638" cy="372745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0879" y="4721940"/>
            <a:ext cx="5447030" cy="4473416"/>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442154"/>
            <a:ext cx="2950475" cy="497046"/>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56737" y="9442154"/>
            <a:ext cx="2950475" cy="497046"/>
          </a:xfrm>
          <a:prstGeom prst="rect">
            <a:avLst/>
          </a:prstGeom>
        </p:spPr>
        <p:txBody>
          <a:bodyPr vert="horz" lIns="91440" tIns="45720" rIns="91440" bIns="45720" rtlCol="0" anchor="b"/>
          <a:lstStyle>
            <a:lvl1pPr algn="r">
              <a:defRPr sz="1200"/>
            </a:lvl1pPr>
          </a:lstStyle>
          <a:p>
            <a:fld id="{80B64375-EE74-1B43-ADD9-C3016E9127A8}" type="slidenum">
              <a:rPr lang="fr-FR" smtClean="0"/>
              <a:t>‹N°›</a:t>
            </a:fld>
            <a:endParaRPr lang="fr-FR"/>
          </a:p>
        </p:txBody>
      </p:sp>
    </p:spTree>
    <p:extLst>
      <p:ext uri="{BB962C8B-B14F-4D97-AF65-F5344CB8AC3E}">
        <p14:creationId xmlns:p14="http://schemas.microsoft.com/office/powerpoint/2010/main" val="2881303511"/>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a:t>
            </a:fld>
            <a:endParaRPr lang="fr-FR"/>
          </a:p>
        </p:txBody>
      </p:sp>
    </p:spTree>
    <p:extLst>
      <p:ext uri="{BB962C8B-B14F-4D97-AF65-F5344CB8AC3E}">
        <p14:creationId xmlns:p14="http://schemas.microsoft.com/office/powerpoint/2010/main" val="2121712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b="0" i="0" kern="1200" dirty="0" smtClean="0">
                <a:solidFill>
                  <a:schemeClr val="tx1"/>
                </a:solidFill>
                <a:effectLst/>
                <a:latin typeface="+mn-lt"/>
                <a:ea typeface="+mn-ea"/>
                <a:cs typeface="+mn-cs"/>
              </a:rPr>
              <a:t>Docker est un outil qui peut empaqueter une application et ses dépendances dans un conteneur isolé, qui pourra être exécuté sur n'importe quel serveur</a:t>
            </a:r>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2</a:t>
            </a:fld>
            <a:endParaRPr lang="fr-FR"/>
          </a:p>
        </p:txBody>
      </p:sp>
    </p:spTree>
    <p:extLst>
      <p:ext uri="{BB962C8B-B14F-4D97-AF65-F5344CB8AC3E}">
        <p14:creationId xmlns:p14="http://schemas.microsoft.com/office/powerpoint/2010/main" val="36549637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baseline="0" dirty="0" smtClean="0"/>
              <a:t>Solution open source </a:t>
            </a:r>
            <a:r>
              <a:rPr lang="fr-FR" dirty="0" smtClean="0"/>
              <a:t>Dev par Solomon</a:t>
            </a:r>
            <a:r>
              <a:rPr lang="fr-FR" baseline="0" dirty="0" smtClean="0"/>
              <a:t> </a:t>
            </a:r>
            <a:r>
              <a:rPr lang="fr-FR" baseline="0" dirty="0" err="1" smtClean="0"/>
              <a:t>Hykes</a:t>
            </a:r>
            <a:r>
              <a:rPr lang="fr-FR" baseline="0" dirty="0" smtClean="0"/>
              <a:t> en GO en 2013 pour plateforme Windows Mac et Linux</a:t>
            </a:r>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3</a:t>
            </a:fld>
            <a:endParaRPr lang="fr-FR"/>
          </a:p>
        </p:txBody>
      </p:sp>
    </p:spTree>
    <p:extLst>
      <p:ext uri="{BB962C8B-B14F-4D97-AF65-F5344CB8AC3E}">
        <p14:creationId xmlns:p14="http://schemas.microsoft.com/office/powerpoint/2010/main" val="16985253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fr-FR" dirty="0" smtClean="0"/>
              <a:t>Docker est une API</a:t>
            </a:r>
            <a:r>
              <a:rPr lang="fr-FR" baseline="0" dirty="0" smtClean="0"/>
              <a:t> qui utilise l’outil du noyau linux LXC pour manager des containers</a:t>
            </a:r>
            <a:endParaRPr lang="fr-FR" dirty="0" smtClean="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4</a:t>
            </a:fld>
            <a:endParaRPr lang="fr-FR"/>
          </a:p>
        </p:txBody>
      </p:sp>
    </p:spTree>
    <p:extLst>
      <p:ext uri="{BB962C8B-B14F-4D97-AF65-F5344CB8AC3E}">
        <p14:creationId xmlns:p14="http://schemas.microsoft.com/office/powerpoint/2010/main" val="4102022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5</a:t>
            </a:fld>
            <a:endParaRPr lang="fr-FR"/>
          </a:p>
        </p:txBody>
      </p:sp>
    </p:spTree>
    <p:extLst>
      <p:ext uri="{BB962C8B-B14F-4D97-AF65-F5344CB8AC3E}">
        <p14:creationId xmlns:p14="http://schemas.microsoft.com/office/powerpoint/2010/main" val="20550522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Docker ne « virtualise » pas le système</a:t>
            </a:r>
            <a:r>
              <a:rPr lang="fr-FR" baseline="0" dirty="0" smtClean="0"/>
              <a:t> d’exploitation. Il instancie que le service voulu. Le but est  d’avoir un container épuré contenant que ce qui est nécessaire au service. Il ne virtualise pas de couche physique, les ressources seront directement prises sur la machine hôte.</a:t>
            </a:r>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6</a:t>
            </a:fld>
            <a:endParaRPr lang="fr-FR"/>
          </a:p>
        </p:txBody>
      </p:sp>
    </p:spTree>
    <p:extLst>
      <p:ext uri="{BB962C8B-B14F-4D97-AF65-F5344CB8AC3E}">
        <p14:creationId xmlns:p14="http://schemas.microsoft.com/office/powerpoint/2010/main" val="28168477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Docker fonctionne sur le principe d’image qu’on va utiliser pour démarrer un container. Ex: image apache, image </a:t>
            </a:r>
            <a:r>
              <a:rPr lang="fr-FR" dirty="0" err="1" smtClean="0"/>
              <a:t>iscdhcp</a:t>
            </a:r>
            <a:r>
              <a:rPr lang="fr-FR" dirty="0" smtClean="0"/>
              <a:t>, image </a:t>
            </a:r>
            <a:r>
              <a:rPr lang="fr-FR" dirty="0" err="1" smtClean="0"/>
              <a:t>zabbix</a:t>
            </a:r>
            <a:r>
              <a:rPr lang="fr-FR" dirty="0" smtClean="0"/>
              <a:t>, … (si</a:t>
            </a:r>
            <a:r>
              <a:rPr lang="fr-FR" baseline="0" dirty="0" smtClean="0"/>
              <a:t> on veut faire un parallèle avec les VM, l’image serait comme l’iso)</a:t>
            </a:r>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7</a:t>
            </a:fld>
            <a:endParaRPr lang="fr-FR"/>
          </a:p>
        </p:txBody>
      </p:sp>
    </p:spTree>
    <p:extLst>
      <p:ext uri="{BB962C8B-B14F-4D97-AF65-F5344CB8AC3E}">
        <p14:creationId xmlns:p14="http://schemas.microsoft.com/office/powerpoint/2010/main" val="12150199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Le docker </a:t>
            </a:r>
            <a:r>
              <a:rPr lang="fr-FR" dirty="0" err="1" smtClean="0"/>
              <a:t>search</a:t>
            </a:r>
            <a:r>
              <a:rPr lang="fr-FR" dirty="0" smtClean="0"/>
              <a:t>, via l’invite de commande du serveur</a:t>
            </a:r>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8</a:t>
            </a:fld>
            <a:endParaRPr lang="fr-FR"/>
          </a:p>
        </p:txBody>
      </p:sp>
    </p:spTree>
    <p:extLst>
      <p:ext uri="{BB962C8B-B14F-4D97-AF65-F5344CB8AC3E}">
        <p14:creationId xmlns:p14="http://schemas.microsoft.com/office/powerpoint/2010/main" val="20509589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Le docker hub</a:t>
            </a:r>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9</a:t>
            </a:fld>
            <a:endParaRPr lang="fr-FR"/>
          </a:p>
        </p:txBody>
      </p:sp>
    </p:spTree>
    <p:extLst>
      <p:ext uri="{BB962C8B-B14F-4D97-AF65-F5344CB8AC3E}">
        <p14:creationId xmlns:p14="http://schemas.microsoft.com/office/powerpoint/2010/main" val="12382748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err="1" smtClean="0"/>
              <a:t>github</a:t>
            </a:r>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10</a:t>
            </a:fld>
            <a:endParaRPr lang="fr-FR"/>
          </a:p>
        </p:txBody>
      </p:sp>
    </p:spTree>
    <p:extLst>
      <p:ext uri="{BB962C8B-B14F-4D97-AF65-F5344CB8AC3E}">
        <p14:creationId xmlns:p14="http://schemas.microsoft.com/office/powerpoint/2010/main" val="42557486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Un container utilise</a:t>
            </a:r>
            <a:r>
              <a:rPr lang="fr-FR" baseline="0" dirty="0" smtClean="0"/>
              <a:t> une image pour instancier un container (comme un iso pour une </a:t>
            </a:r>
            <a:r>
              <a:rPr lang="fr-FR" baseline="0" dirty="0" err="1" smtClean="0"/>
              <a:t>vm</a:t>
            </a:r>
            <a:r>
              <a:rPr lang="fr-FR" baseline="0" dirty="0" smtClean="0"/>
              <a:t>)</a:t>
            </a:r>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11</a:t>
            </a:fld>
            <a:endParaRPr lang="fr-FR"/>
          </a:p>
        </p:txBody>
      </p:sp>
    </p:spTree>
    <p:extLst>
      <p:ext uri="{BB962C8B-B14F-4D97-AF65-F5344CB8AC3E}">
        <p14:creationId xmlns:p14="http://schemas.microsoft.com/office/powerpoint/2010/main" val="41930202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On</a:t>
            </a:r>
            <a:r>
              <a:rPr lang="fr-FR" baseline="0" dirty="0" smtClean="0"/>
              <a:t> compile l’image, on commit les changements et on push l’image sur le repo docker. Ensuite l’image peut être pull depuis le hub de docker. L’aspect communautaire de Docker est très important</a:t>
            </a:r>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12</a:t>
            </a:fld>
            <a:endParaRPr lang="fr-FR"/>
          </a:p>
        </p:txBody>
      </p:sp>
    </p:spTree>
    <p:extLst>
      <p:ext uri="{BB962C8B-B14F-4D97-AF65-F5344CB8AC3E}">
        <p14:creationId xmlns:p14="http://schemas.microsoft.com/office/powerpoint/2010/main" val="35008733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Vu qu’un container ne comporte que le service demandé</a:t>
            </a:r>
            <a:r>
              <a:rPr lang="fr-FR" baseline="0" dirty="0" smtClean="0"/>
              <a:t> il n’y a pas de carte réseau spécifique qui pourrait attribuer une </a:t>
            </a:r>
            <a:r>
              <a:rPr lang="fr-FR" baseline="0" dirty="0" err="1" smtClean="0"/>
              <a:t>ip</a:t>
            </a:r>
            <a:r>
              <a:rPr lang="fr-FR" baseline="0" dirty="0" smtClean="0"/>
              <a:t> au container, on va donc accéder par les ports du service</a:t>
            </a:r>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13</a:t>
            </a:fld>
            <a:endParaRPr lang="fr-FR"/>
          </a:p>
        </p:txBody>
      </p:sp>
    </p:spTree>
    <p:extLst>
      <p:ext uri="{BB962C8B-B14F-4D97-AF65-F5344CB8AC3E}">
        <p14:creationId xmlns:p14="http://schemas.microsoft.com/office/powerpoint/2010/main" val="29229898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Chaque service écoute sur un port en particulier, ce</a:t>
            </a:r>
            <a:r>
              <a:rPr lang="fr-FR" baseline="0" dirty="0" smtClean="0"/>
              <a:t> port, propre au container, va être attribué à un port de la machine physique. Dans l’</a:t>
            </a:r>
            <a:r>
              <a:rPr lang="fr-FR" baseline="0" dirty="0" err="1" smtClean="0"/>
              <a:t>éxemple</a:t>
            </a:r>
            <a:r>
              <a:rPr lang="fr-FR" baseline="0" dirty="0" smtClean="0"/>
              <a:t>, le service du container apache écoute sur le port 80, et toutes les requêtes à destination de la machine hôte sur le port 8080 seront redirigé sur le service apache</a:t>
            </a:r>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14</a:t>
            </a:fld>
            <a:endParaRPr lang="fr-FR"/>
          </a:p>
        </p:txBody>
      </p:sp>
    </p:spTree>
    <p:extLst>
      <p:ext uri="{BB962C8B-B14F-4D97-AF65-F5344CB8AC3E}">
        <p14:creationId xmlns:p14="http://schemas.microsoft.com/office/powerpoint/2010/main" val="4413771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Afin de générer une image utilisable dans un container on rédige un </a:t>
            </a:r>
            <a:r>
              <a:rPr lang="fr-FR" dirty="0" err="1" smtClean="0"/>
              <a:t>Dockerfile</a:t>
            </a:r>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15</a:t>
            </a:fld>
            <a:endParaRPr lang="fr-FR"/>
          </a:p>
        </p:txBody>
      </p:sp>
    </p:spTree>
    <p:extLst>
      <p:ext uri="{BB962C8B-B14F-4D97-AF65-F5344CB8AC3E}">
        <p14:creationId xmlns:p14="http://schemas.microsoft.com/office/powerpoint/2010/main" val="19574960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Le </a:t>
            </a:r>
            <a:r>
              <a:rPr lang="fr-FR" dirty="0" err="1" smtClean="0"/>
              <a:t>Dockerfile</a:t>
            </a:r>
            <a:r>
              <a:rPr lang="fr-FR" baseline="0" dirty="0" smtClean="0"/>
              <a:t> commence par la déclaration d’une image sur laquelle se baser (en l’occurrence image </a:t>
            </a:r>
            <a:r>
              <a:rPr lang="fr-FR" baseline="0" dirty="0" err="1" smtClean="0"/>
              <a:t>ubuntu</a:t>
            </a:r>
            <a:r>
              <a:rPr lang="fr-FR" baseline="0" dirty="0" smtClean="0"/>
              <a:t>) puis une suite d’instructions à effectuer pour configurer l’image. Une fois le fichier rédigé, la commande « docker </a:t>
            </a:r>
            <a:r>
              <a:rPr lang="fr-FR" baseline="0" dirty="0" err="1" smtClean="0"/>
              <a:t>build</a:t>
            </a:r>
            <a:r>
              <a:rPr lang="fr-FR" baseline="0" dirty="0" smtClean="0"/>
              <a:t> » permet de compiler le fichier </a:t>
            </a:r>
            <a:r>
              <a:rPr lang="fr-FR" baseline="0" dirty="0" err="1" smtClean="0"/>
              <a:t>Dockerfile</a:t>
            </a:r>
            <a:r>
              <a:rPr lang="fr-FR" baseline="0" dirty="0" smtClean="0"/>
              <a:t> pour générer une image</a:t>
            </a:r>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16</a:t>
            </a:fld>
            <a:endParaRPr lang="fr-FR"/>
          </a:p>
        </p:txBody>
      </p:sp>
    </p:spTree>
    <p:extLst>
      <p:ext uri="{BB962C8B-B14F-4D97-AF65-F5344CB8AC3E}">
        <p14:creationId xmlns:p14="http://schemas.microsoft.com/office/powerpoint/2010/main" val="5309779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Afin de packager plusieurs</a:t>
            </a:r>
            <a:r>
              <a:rPr lang="fr-FR" baseline="0" dirty="0" smtClean="0"/>
              <a:t> déploiement de container dans un même contexte on peut rédiger un fichier docker-compose</a:t>
            </a:r>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17</a:t>
            </a:fld>
            <a:endParaRPr lang="fr-FR"/>
          </a:p>
        </p:txBody>
      </p:sp>
    </p:spTree>
    <p:extLst>
      <p:ext uri="{BB962C8B-B14F-4D97-AF65-F5344CB8AC3E}">
        <p14:creationId xmlns:p14="http://schemas.microsoft.com/office/powerpoint/2010/main" val="31762555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En exécutant</a:t>
            </a:r>
            <a:r>
              <a:rPr lang="fr-FR" baseline="0" dirty="0" smtClean="0"/>
              <a:t> le fichier docker-</a:t>
            </a:r>
            <a:r>
              <a:rPr lang="fr-FR" baseline="0" dirty="0" err="1" smtClean="0"/>
              <a:t>compose.yml</a:t>
            </a:r>
            <a:r>
              <a:rPr lang="fr-FR" baseline="0" dirty="0" smtClean="0"/>
              <a:t> (avec la commande « docker-compose up ») on va </a:t>
            </a:r>
            <a:r>
              <a:rPr lang="fr-FR" baseline="0" dirty="0" smtClean="0"/>
              <a:t>démarrer </a:t>
            </a:r>
            <a:r>
              <a:rPr lang="fr-FR" baseline="0" dirty="0" smtClean="0"/>
              <a:t>(</a:t>
            </a:r>
            <a:r>
              <a:rPr lang="fr-FR" baseline="0" dirty="0" err="1" smtClean="0"/>
              <a:t>run</a:t>
            </a:r>
            <a:r>
              <a:rPr lang="fr-FR" baseline="0" dirty="0" smtClean="0"/>
              <a:t>) les containers déclaré dans le fichier avec les différents paramètre inscrit dedans. </a:t>
            </a:r>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18</a:t>
            </a:fld>
            <a:endParaRPr lang="fr-FR"/>
          </a:p>
        </p:txBody>
      </p:sp>
    </p:spTree>
    <p:extLst>
      <p:ext uri="{BB962C8B-B14F-4D97-AF65-F5344CB8AC3E}">
        <p14:creationId xmlns:p14="http://schemas.microsoft.com/office/powerpoint/2010/main" val="30884015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Dans la déclaration d’un</a:t>
            </a:r>
            <a:r>
              <a:rPr lang="fr-FR" baseline="0" dirty="0" smtClean="0"/>
              <a:t> service on retrouve tous les paramètres que l’on aurait pu déclarer dans une commande docker </a:t>
            </a:r>
            <a:r>
              <a:rPr lang="fr-FR" baseline="0" dirty="0" err="1" smtClean="0"/>
              <a:t>run</a:t>
            </a:r>
            <a:r>
              <a:rPr lang="fr-FR" baseline="0" dirty="0" smtClean="0"/>
              <a:t> (l’image utiliser, le nom du container, les ports, les volumes, les variables d’environnement, ….)</a:t>
            </a:r>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19</a:t>
            </a:fld>
            <a:endParaRPr lang="fr-FR"/>
          </a:p>
        </p:txBody>
      </p:sp>
    </p:spTree>
    <p:extLst>
      <p:ext uri="{BB962C8B-B14F-4D97-AF65-F5344CB8AC3E}">
        <p14:creationId xmlns:p14="http://schemas.microsoft.com/office/powerpoint/2010/main" val="39061115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59C091AA-3F0C-4182-9D7B-1EB634D8256B}" type="datetimeFigureOut">
              <a:rPr lang="fr-FR" smtClean="0"/>
              <a:t>30/11/2021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2796455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59C091AA-3F0C-4182-9D7B-1EB634D8256B}" type="datetimeFigureOut">
              <a:rPr lang="fr-FR" smtClean="0"/>
              <a:t>30/11/2021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2142329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59C091AA-3F0C-4182-9D7B-1EB634D8256B}" type="datetimeFigureOut">
              <a:rPr lang="fr-FR" smtClean="0"/>
              <a:t>30/11/2021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1377981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59C091AA-3F0C-4182-9D7B-1EB634D8256B}" type="datetimeFigureOut">
              <a:rPr lang="fr-FR" smtClean="0"/>
              <a:t>30/11/2021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15777411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59C091AA-3F0C-4182-9D7B-1EB634D8256B}" type="datetimeFigureOut">
              <a:rPr lang="fr-FR" smtClean="0"/>
              <a:t>30/11/2021</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459691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59C091AA-3F0C-4182-9D7B-1EB634D8256B}" type="datetimeFigureOut">
              <a:rPr lang="fr-FR" smtClean="0"/>
              <a:t>30/11/2021</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1002490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59C091AA-3F0C-4182-9D7B-1EB634D8256B}" type="datetimeFigureOut">
              <a:rPr lang="fr-FR" smtClean="0"/>
              <a:t>30/11/2021</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2101026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59C091AA-3F0C-4182-9D7B-1EB634D8256B}" type="datetimeFigureOut">
              <a:rPr lang="fr-FR" smtClean="0"/>
              <a:t>30/11/2021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1968089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59C091AA-3F0C-4182-9D7B-1EB634D8256B}" type="datetimeFigureOut">
              <a:rPr lang="fr-FR" smtClean="0"/>
              <a:t>30/11/2021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1841683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59C091AA-3F0C-4182-9D7B-1EB634D8256B}" type="datetimeFigureOut">
              <a:rPr lang="fr-FR" smtClean="0"/>
              <a:t>30/11/2021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2031157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59C091AA-3F0C-4182-9D7B-1EB634D8256B}" type="datetimeFigureOut">
              <a:rPr lang="fr-FR" smtClean="0"/>
              <a:t>30/11/2021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2290548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C091AA-3F0C-4182-9D7B-1EB634D8256B}" type="datetimeFigureOut">
              <a:rPr lang="fr-FR" smtClean="0"/>
              <a:t>30/11/2021</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25B0E8-7D99-4688-B6D3-8DC5133195E9}" type="slidenum">
              <a:rPr lang="fr-FR" smtClean="0"/>
              <a:t>‹N°›</a:t>
            </a:fld>
            <a:endParaRPr lang="fr-FR"/>
          </a:p>
        </p:txBody>
      </p:sp>
    </p:spTree>
    <p:extLst>
      <p:ext uri="{BB962C8B-B14F-4D97-AF65-F5344CB8AC3E}">
        <p14:creationId xmlns:p14="http://schemas.microsoft.com/office/powerpoint/2010/main" val="13557229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jp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s>
</file>

<file path=ppt/slides/_rels/slide2.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3.png"/></Relationships>
</file>

<file path=ppt/slides/_rels/slide3.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18" Type="http://schemas.openxmlformats.org/officeDocument/2006/relationships/image" Target="../media/image13.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17" Type="http://schemas.openxmlformats.org/officeDocument/2006/relationships/image" Target="../media/image17.png"/><Relationship Id="rId2" Type="http://schemas.openxmlformats.org/officeDocument/2006/relationships/notesSlide" Target="../notesSlides/notesSlide3.xml"/><Relationship Id="rId16"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5.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4.xml"/><Relationship Id="rId16"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8.png"/></Relationships>
</file>

<file path=ppt/slides/_rels/slide5.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s>
</file>

<file path=ppt/slides/_rels/slide6.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0.png"/></Relationships>
</file>

<file path=ppt/slides/_rels/slide7.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s>
</file>

<file path=ppt/slides/_rels/slide8.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1.png"/></Relationships>
</file>

<file path=ppt/slides/_rels/slide9.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2.png"/></Relationships>
</file>

<file path=ppt/slides/_rels/slide10.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3.png"/></Relationships>
</file>

<file path=ppt/slides/_rels/slide11.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4.jpg"/></Relationships>
</file>

<file path=ppt/slides/_rels/slide12.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5.png"/></Relationships>
</file>

<file path=ppt/slides/_rels/slide13.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s>
</file>

<file path=ppt/slides/_rels/slide14.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6.png"/></Relationships>
</file>

<file path=ppt/slides/_rels/slide15.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s>
</file>

<file path=ppt/slides/_rels/slide16.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7.png"/></Relationships>
</file>

<file path=ppt/slides/_rels/slide17.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s>
</file>

<file path=ppt/slides/_rels/slide18.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8.png"/></Relationships>
</file>

<file path=ppt/slides/_rels/slide19.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rotWithShape="1">
          <a:blip r:embed="rId3">
            <a:extLst>
              <a:ext uri="{28A0092B-C50C-407E-A947-70E740481C1C}">
                <a14:useLocalDpi xmlns:a14="http://schemas.microsoft.com/office/drawing/2010/main" val="0"/>
              </a:ext>
            </a:extLst>
          </a:blip>
          <a:srcRect t="17344"/>
          <a:stretch/>
        </p:blipFill>
        <p:spPr>
          <a:xfrm>
            <a:off x="-1" y="1161751"/>
            <a:ext cx="12247963" cy="5696249"/>
          </a:xfrm>
          <a:prstGeom prst="rect">
            <a:avLst/>
          </a:prstGeom>
        </p:spPr>
      </p:pic>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17"/>
          <p:cNvSpPr txBox="1"/>
          <p:nvPr/>
        </p:nvSpPr>
        <p:spPr>
          <a:xfrm>
            <a:off x="0" y="696885"/>
            <a:ext cx="12198786" cy="369332"/>
          </a:xfrm>
          <a:prstGeom prst="rect">
            <a:avLst/>
          </a:prstGeom>
          <a:noFill/>
        </p:spPr>
        <p:txBody>
          <a:bodyPr wrap="square" rtlCol="0">
            <a:spAutoFit/>
          </a:bodyPr>
          <a:lstStyle/>
          <a:p>
            <a:pPr algn="ctr"/>
            <a:r>
              <a:rPr lang="fr-FR" dirty="0" smtClean="0">
                <a:solidFill>
                  <a:schemeClr val="bg1"/>
                </a:solidFill>
              </a:rPr>
              <a:t>Présentation ADRAR Pôle Numérique</a:t>
            </a:r>
            <a:endParaRPr lang="fr-FR" dirty="0">
              <a:solidFill>
                <a:schemeClr val="bg1"/>
              </a:solidFill>
            </a:endParaRPr>
          </a:p>
        </p:txBody>
      </p:sp>
      <p:sp>
        <p:nvSpPr>
          <p:cNvPr id="40" name="ZoneTexte 39"/>
          <p:cNvSpPr txBox="1"/>
          <p:nvPr/>
        </p:nvSpPr>
        <p:spPr>
          <a:xfrm>
            <a:off x="6456211" y="1313092"/>
            <a:ext cx="4151883" cy="246221"/>
          </a:xfrm>
          <a:prstGeom prst="rect">
            <a:avLst/>
          </a:prstGeom>
          <a:noFill/>
        </p:spPr>
        <p:txBody>
          <a:bodyPr wrap="square" rtlCol="0">
            <a:spAutoFit/>
          </a:bodyPr>
          <a:lstStyle/>
          <a:p>
            <a:pPr algn="ctr"/>
            <a:r>
              <a:rPr lang="fr-FR" sz="1000" dirty="0">
                <a:solidFill>
                  <a:schemeClr val="bg1"/>
                </a:solidFill>
              </a:rPr>
              <a:t>Suivez-nous… </a:t>
            </a:r>
            <a:r>
              <a:rPr lang="fr-FR" sz="1000" dirty="0" smtClean="0">
                <a:solidFill>
                  <a:schemeClr val="bg1"/>
                </a:solidFill>
              </a:rPr>
              <a:t>LinkedIn            et Twitter           </a:t>
            </a:r>
            <a:r>
              <a:rPr lang="fr-FR" sz="1000" b="1" dirty="0" smtClean="0">
                <a:solidFill>
                  <a:schemeClr val="bg1">
                    <a:lumMod val="95000"/>
                  </a:schemeClr>
                </a:solidFill>
              </a:rPr>
              <a:t>@</a:t>
            </a:r>
            <a:r>
              <a:rPr lang="fr-FR" sz="1000" b="1" dirty="0" err="1">
                <a:solidFill>
                  <a:schemeClr val="bg1">
                    <a:lumMod val="95000"/>
                  </a:schemeClr>
                </a:solidFill>
              </a:rPr>
              <a:t>Adrar_Numerique</a:t>
            </a:r>
            <a:endParaRPr lang="fr-FR" sz="1000" b="1" dirty="0">
              <a:solidFill>
                <a:schemeClr val="bg1">
                  <a:lumMod val="95000"/>
                </a:schemeClr>
              </a:solidFill>
            </a:endParaRPr>
          </a:p>
        </p:txBody>
      </p:sp>
      <p:pic>
        <p:nvPicPr>
          <p:cNvPr id="41" name="Image 4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79541" y="1320857"/>
            <a:ext cx="228243" cy="217374"/>
          </a:xfrm>
          <a:prstGeom prst="rect">
            <a:avLst/>
          </a:prstGeom>
        </p:spPr>
      </p:pic>
      <p:pic>
        <p:nvPicPr>
          <p:cNvPr id="42" name="Image 41"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77911" y="1344858"/>
            <a:ext cx="169371" cy="169371"/>
          </a:xfrm>
          <a:prstGeom prst="rect">
            <a:avLst/>
          </a:prstGeom>
        </p:spPr>
      </p:pic>
      <p:grpSp>
        <p:nvGrpSpPr>
          <p:cNvPr id="5" name="Groupe 4"/>
          <p:cNvGrpSpPr/>
          <p:nvPr/>
        </p:nvGrpSpPr>
        <p:grpSpPr>
          <a:xfrm>
            <a:off x="70311" y="-41891"/>
            <a:ext cx="12056372" cy="746449"/>
            <a:chOff x="70311" y="-41891"/>
            <a:chExt cx="12056372" cy="746449"/>
          </a:xfrm>
        </p:grpSpPr>
        <p:grpSp>
          <p:nvGrpSpPr>
            <p:cNvPr id="16" name="Groupe 15"/>
            <p:cNvGrpSpPr/>
            <p:nvPr/>
          </p:nvGrpSpPr>
          <p:grpSpPr>
            <a:xfrm>
              <a:off x="70311" y="-41891"/>
              <a:ext cx="12056372" cy="746449"/>
              <a:chOff x="51808" y="-49564"/>
              <a:chExt cx="12056372" cy="746449"/>
            </a:xfrm>
          </p:grpSpPr>
          <p:pic>
            <p:nvPicPr>
              <p:cNvPr id="19" name="Image 18"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20" name="Image 19"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21" name="Image 20"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22" name="Image 21"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24" name="Image 23"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25" name="Image 24"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26" name="Image 25"/>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4" name="Image 3"/>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Tree>
    <p:extLst>
      <p:ext uri="{BB962C8B-B14F-4D97-AF65-F5344CB8AC3E}">
        <p14:creationId xmlns:p14="http://schemas.microsoft.com/office/powerpoint/2010/main" val="38234442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2" name="ZoneTexte 1"/>
          <p:cNvSpPr txBox="1"/>
          <p:nvPr/>
        </p:nvSpPr>
        <p:spPr>
          <a:xfrm>
            <a:off x="2137433" y="2205026"/>
            <a:ext cx="7737987" cy="1200329"/>
          </a:xfrm>
          <a:prstGeom prst="rect">
            <a:avLst/>
          </a:prstGeom>
          <a:noFill/>
        </p:spPr>
        <p:txBody>
          <a:bodyPr wrap="square" rtlCol="0">
            <a:spAutoFit/>
          </a:bodyPr>
          <a:lstStyle/>
          <a:p>
            <a:pPr algn="ctr"/>
            <a:r>
              <a:rPr lang="fr-FR" sz="7200" dirty="0" smtClean="0"/>
              <a:t>Docker</a:t>
            </a:r>
            <a:endParaRPr lang="fr-FR" sz="7200" dirty="0"/>
          </a:p>
        </p:txBody>
      </p:sp>
      <p:pic>
        <p:nvPicPr>
          <p:cNvPr id="3" name="Image 2"/>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4291315" y="3615712"/>
            <a:ext cx="3544107" cy="1664079"/>
          </a:xfrm>
          <a:prstGeom prst="rect">
            <a:avLst/>
          </a:prstGeom>
        </p:spPr>
      </p:pic>
    </p:spTree>
    <p:extLst>
      <p:ext uri="{BB962C8B-B14F-4D97-AF65-F5344CB8AC3E}">
        <p14:creationId xmlns:p14="http://schemas.microsoft.com/office/powerpoint/2010/main" val="52669544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2" name="ZoneTexte 1"/>
          <p:cNvSpPr txBox="1"/>
          <p:nvPr/>
        </p:nvSpPr>
        <p:spPr>
          <a:xfrm>
            <a:off x="734613" y="1240365"/>
            <a:ext cx="6371302" cy="2554545"/>
          </a:xfrm>
          <a:prstGeom prst="rect">
            <a:avLst/>
          </a:prstGeom>
          <a:noFill/>
        </p:spPr>
        <p:txBody>
          <a:bodyPr wrap="square" rtlCol="0">
            <a:spAutoFit/>
          </a:bodyPr>
          <a:lstStyle/>
          <a:p>
            <a:pPr marL="285750" indent="-285750">
              <a:buFontTx/>
              <a:buChar char="-"/>
            </a:pPr>
            <a:r>
              <a:rPr lang="fr-FR" sz="4000" dirty="0" smtClean="0"/>
              <a:t>Solomon </a:t>
            </a:r>
            <a:r>
              <a:rPr lang="fr-FR" sz="4000" dirty="0" err="1" smtClean="0"/>
              <a:t>Hykes</a:t>
            </a:r>
            <a:endParaRPr lang="fr-FR" sz="4000" dirty="0" smtClean="0"/>
          </a:p>
          <a:p>
            <a:pPr marL="285750" indent="-285750">
              <a:buFontTx/>
              <a:buChar char="-"/>
            </a:pPr>
            <a:r>
              <a:rPr lang="fr-FR" sz="4000" dirty="0" smtClean="0"/>
              <a:t>Docker </a:t>
            </a:r>
            <a:r>
              <a:rPr lang="fr-FR" sz="4000" dirty="0" err="1" smtClean="0"/>
              <a:t>inc</a:t>
            </a:r>
            <a:endParaRPr lang="fr-FR" sz="4000" dirty="0" smtClean="0"/>
          </a:p>
          <a:p>
            <a:pPr marL="285750" indent="-285750">
              <a:buFontTx/>
              <a:buChar char="-"/>
            </a:pPr>
            <a:r>
              <a:rPr lang="fr-FR" sz="4000" dirty="0" smtClean="0"/>
              <a:t>GO</a:t>
            </a:r>
          </a:p>
          <a:p>
            <a:pPr marL="285750" indent="-285750">
              <a:buFontTx/>
              <a:buChar char="-"/>
            </a:pPr>
            <a:r>
              <a:rPr lang="fr-FR" sz="4000" dirty="0" smtClean="0"/>
              <a:t>Linux   /   Mac   / Windows</a:t>
            </a:r>
            <a:endParaRPr lang="fr-FR" sz="4000" dirty="0"/>
          </a:p>
        </p:txBody>
      </p:sp>
      <p:pic>
        <p:nvPicPr>
          <p:cNvPr id="3" name="Image 2"/>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945295" y="4444518"/>
            <a:ext cx="2812328" cy="1056966"/>
          </a:xfrm>
          <a:prstGeom prst="rect">
            <a:avLst/>
          </a:prstGeom>
        </p:spPr>
      </p:pic>
      <p:pic>
        <p:nvPicPr>
          <p:cNvPr id="4" name="Image 3"/>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79739" y="3989775"/>
            <a:ext cx="1710258" cy="2118852"/>
          </a:xfrm>
          <a:prstGeom prst="rect">
            <a:avLst/>
          </a:prstGeom>
        </p:spPr>
      </p:pic>
      <p:pic>
        <p:nvPicPr>
          <p:cNvPr id="5" name="Image 4"/>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2428172" y="3989775"/>
            <a:ext cx="1966452" cy="1966452"/>
          </a:xfrm>
          <a:prstGeom prst="rect">
            <a:avLst/>
          </a:prstGeom>
        </p:spPr>
      </p:pic>
      <p:pic>
        <p:nvPicPr>
          <p:cNvPr id="6" name="Image 5"/>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4550075" y="4104167"/>
            <a:ext cx="2216920" cy="1922206"/>
          </a:xfrm>
          <a:prstGeom prst="rect">
            <a:avLst/>
          </a:prstGeom>
        </p:spPr>
      </p:pic>
      <p:pic>
        <p:nvPicPr>
          <p:cNvPr id="8" name="Image 7"/>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7471114" y="1891722"/>
            <a:ext cx="3544107" cy="1664079"/>
          </a:xfrm>
          <a:prstGeom prst="rect">
            <a:avLst/>
          </a:prstGeom>
        </p:spPr>
      </p:pic>
    </p:spTree>
    <p:extLst>
      <p:ext uri="{BB962C8B-B14F-4D97-AF65-F5344CB8AC3E}">
        <p14:creationId xmlns:p14="http://schemas.microsoft.com/office/powerpoint/2010/main" val="364476802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pic>
        <p:nvPicPr>
          <p:cNvPr id="2" name="Image 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3041560" y="2049736"/>
            <a:ext cx="6115665" cy="895945"/>
          </a:xfrm>
          <a:prstGeom prst="rect">
            <a:avLst/>
          </a:prstGeom>
        </p:spPr>
      </p:pic>
      <p:pic>
        <p:nvPicPr>
          <p:cNvPr id="3" name="Image 2"/>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987220" y="3844211"/>
            <a:ext cx="3544107" cy="1664079"/>
          </a:xfrm>
          <a:prstGeom prst="rect">
            <a:avLst/>
          </a:prstGeom>
        </p:spPr>
      </p:pic>
      <p:pic>
        <p:nvPicPr>
          <p:cNvPr id="4" name="Image 3"/>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6775975" y="3349420"/>
            <a:ext cx="2381250" cy="2381250"/>
          </a:xfrm>
          <a:prstGeom prst="rect">
            <a:avLst/>
          </a:prstGeom>
        </p:spPr>
      </p:pic>
    </p:spTree>
    <p:extLst>
      <p:ext uri="{BB962C8B-B14F-4D97-AF65-F5344CB8AC3E}">
        <p14:creationId xmlns:p14="http://schemas.microsoft.com/office/powerpoint/2010/main" val="18465207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2" name="ZoneTexte 1"/>
          <p:cNvSpPr txBox="1"/>
          <p:nvPr/>
        </p:nvSpPr>
        <p:spPr>
          <a:xfrm>
            <a:off x="2466373" y="1871479"/>
            <a:ext cx="7266039" cy="3416320"/>
          </a:xfrm>
          <a:prstGeom prst="rect">
            <a:avLst/>
          </a:prstGeom>
          <a:noFill/>
        </p:spPr>
        <p:txBody>
          <a:bodyPr wrap="square" rtlCol="0">
            <a:spAutoFit/>
          </a:bodyPr>
          <a:lstStyle/>
          <a:p>
            <a:pPr algn="ctr"/>
            <a:r>
              <a:rPr lang="fr-FR" sz="7200" dirty="0" smtClean="0"/>
              <a:t>Container </a:t>
            </a:r>
          </a:p>
          <a:p>
            <a:pPr algn="ctr"/>
            <a:r>
              <a:rPr lang="fr-FR" sz="7200" dirty="0" smtClean="0"/>
              <a:t>VS </a:t>
            </a:r>
          </a:p>
          <a:p>
            <a:pPr algn="ctr"/>
            <a:r>
              <a:rPr lang="fr-FR" sz="7200" dirty="0" smtClean="0"/>
              <a:t>Machine virtuelles</a:t>
            </a:r>
            <a:endParaRPr lang="fr-FR" sz="7200" dirty="0"/>
          </a:p>
        </p:txBody>
      </p:sp>
    </p:spTree>
    <p:extLst>
      <p:ext uri="{BB962C8B-B14F-4D97-AF65-F5344CB8AC3E}">
        <p14:creationId xmlns:p14="http://schemas.microsoft.com/office/powerpoint/2010/main" val="85208773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pic>
        <p:nvPicPr>
          <p:cNvPr id="2" name="Image 1"/>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292352" y="1823456"/>
            <a:ext cx="9753600" cy="4143375"/>
          </a:xfrm>
          <a:prstGeom prst="rect">
            <a:avLst/>
          </a:prstGeom>
        </p:spPr>
      </p:pic>
    </p:spTree>
    <p:extLst>
      <p:ext uri="{BB962C8B-B14F-4D97-AF65-F5344CB8AC3E}">
        <p14:creationId xmlns:p14="http://schemas.microsoft.com/office/powerpoint/2010/main" val="266133883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2" name="ZoneTexte 1"/>
          <p:cNvSpPr txBox="1"/>
          <p:nvPr/>
        </p:nvSpPr>
        <p:spPr>
          <a:xfrm>
            <a:off x="2477819" y="3002044"/>
            <a:ext cx="7266039" cy="1200329"/>
          </a:xfrm>
          <a:prstGeom prst="rect">
            <a:avLst/>
          </a:prstGeom>
          <a:noFill/>
        </p:spPr>
        <p:txBody>
          <a:bodyPr wrap="square" rtlCol="0">
            <a:spAutoFit/>
          </a:bodyPr>
          <a:lstStyle/>
          <a:p>
            <a:pPr algn="ctr"/>
            <a:r>
              <a:rPr lang="fr-FR" sz="7200" dirty="0" smtClean="0"/>
              <a:t>Les images</a:t>
            </a:r>
            <a:endParaRPr lang="fr-FR" sz="7200" dirty="0"/>
          </a:p>
        </p:txBody>
      </p:sp>
    </p:spTree>
    <p:extLst>
      <p:ext uri="{BB962C8B-B14F-4D97-AF65-F5344CB8AC3E}">
        <p14:creationId xmlns:p14="http://schemas.microsoft.com/office/powerpoint/2010/main" val="279921204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pic>
        <p:nvPicPr>
          <p:cNvPr id="2" name="Image 1"/>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628345" y="1530107"/>
            <a:ext cx="9081614" cy="4350774"/>
          </a:xfrm>
          <a:prstGeom prst="rect">
            <a:avLst/>
          </a:prstGeom>
        </p:spPr>
      </p:pic>
    </p:spTree>
    <p:extLst>
      <p:ext uri="{BB962C8B-B14F-4D97-AF65-F5344CB8AC3E}">
        <p14:creationId xmlns:p14="http://schemas.microsoft.com/office/powerpoint/2010/main" val="294819781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pic>
        <p:nvPicPr>
          <p:cNvPr id="2" name="Image 1"/>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754798" y="1545697"/>
            <a:ext cx="8318090" cy="4603016"/>
          </a:xfrm>
          <a:prstGeom prst="rect">
            <a:avLst/>
          </a:prstGeom>
        </p:spPr>
      </p:pic>
    </p:spTree>
    <p:extLst>
      <p:ext uri="{BB962C8B-B14F-4D97-AF65-F5344CB8AC3E}">
        <p14:creationId xmlns:p14="http://schemas.microsoft.com/office/powerpoint/2010/main" val="80146771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pic>
        <p:nvPicPr>
          <p:cNvPr id="2" name="Image 1"/>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987220" y="1487667"/>
            <a:ext cx="7983792" cy="4603132"/>
          </a:xfrm>
          <a:prstGeom prst="rect">
            <a:avLst/>
          </a:prstGeom>
        </p:spPr>
      </p:pic>
    </p:spTree>
    <p:extLst>
      <p:ext uri="{BB962C8B-B14F-4D97-AF65-F5344CB8AC3E}">
        <p14:creationId xmlns:p14="http://schemas.microsoft.com/office/powerpoint/2010/main" val="205401435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pic>
        <p:nvPicPr>
          <p:cNvPr id="2" name="Image 1"/>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160207" y="1865199"/>
            <a:ext cx="9871586" cy="3088274"/>
          </a:xfrm>
          <a:prstGeom prst="rect">
            <a:avLst/>
          </a:prstGeom>
        </p:spPr>
      </p:pic>
    </p:spTree>
    <p:extLst>
      <p:ext uri="{BB962C8B-B14F-4D97-AF65-F5344CB8AC3E}">
        <p14:creationId xmlns:p14="http://schemas.microsoft.com/office/powerpoint/2010/main" val="308447599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pic>
        <p:nvPicPr>
          <p:cNvPr id="2" name="Image 1"/>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487237" y="1871479"/>
            <a:ext cx="9363830" cy="3770668"/>
          </a:xfrm>
          <a:prstGeom prst="rect">
            <a:avLst/>
          </a:prstGeom>
        </p:spPr>
      </p:pic>
    </p:spTree>
    <p:extLst>
      <p:ext uri="{BB962C8B-B14F-4D97-AF65-F5344CB8AC3E}">
        <p14:creationId xmlns:p14="http://schemas.microsoft.com/office/powerpoint/2010/main" val="75808627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2" name="ZoneTexte 1"/>
          <p:cNvSpPr txBox="1"/>
          <p:nvPr/>
        </p:nvSpPr>
        <p:spPr>
          <a:xfrm>
            <a:off x="2466373" y="2382757"/>
            <a:ext cx="7266039" cy="2308324"/>
          </a:xfrm>
          <a:prstGeom prst="rect">
            <a:avLst/>
          </a:prstGeom>
          <a:noFill/>
        </p:spPr>
        <p:txBody>
          <a:bodyPr wrap="square" rtlCol="0">
            <a:spAutoFit/>
          </a:bodyPr>
          <a:lstStyle/>
          <a:p>
            <a:pPr algn="ctr"/>
            <a:r>
              <a:rPr lang="fr-FR" sz="7200" dirty="0" smtClean="0"/>
              <a:t>L’accès aux containers</a:t>
            </a:r>
            <a:endParaRPr lang="fr-FR" sz="7200" dirty="0"/>
          </a:p>
        </p:txBody>
      </p:sp>
    </p:spTree>
    <p:extLst>
      <p:ext uri="{BB962C8B-B14F-4D97-AF65-F5344CB8AC3E}">
        <p14:creationId xmlns:p14="http://schemas.microsoft.com/office/powerpoint/2010/main" val="19184274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pic>
        <p:nvPicPr>
          <p:cNvPr id="2" name="Image 1"/>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899844" y="1719958"/>
            <a:ext cx="6476190" cy="3752381"/>
          </a:xfrm>
          <a:prstGeom prst="rect">
            <a:avLst/>
          </a:prstGeom>
        </p:spPr>
      </p:pic>
    </p:spTree>
    <p:extLst>
      <p:ext uri="{BB962C8B-B14F-4D97-AF65-F5344CB8AC3E}">
        <p14:creationId xmlns:p14="http://schemas.microsoft.com/office/powerpoint/2010/main" val="414895370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2" name="ZoneTexte 1"/>
          <p:cNvSpPr txBox="1"/>
          <p:nvPr/>
        </p:nvSpPr>
        <p:spPr>
          <a:xfrm>
            <a:off x="2280823" y="2933363"/>
            <a:ext cx="7266039" cy="1200329"/>
          </a:xfrm>
          <a:prstGeom prst="rect">
            <a:avLst/>
          </a:prstGeom>
          <a:noFill/>
        </p:spPr>
        <p:txBody>
          <a:bodyPr wrap="square" rtlCol="0">
            <a:spAutoFit/>
          </a:bodyPr>
          <a:lstStyle/>
          <a:p>
            <a:pPr algn="ctr"/>
            <a:r>
              <a:rPr lang="fr-FR" sz="7200" dirty="0" smtClean="0"/>
              <a:t>Le </a:t>
            </a:r>
            <a:r>
              <a:rPr lang="fr-FR" sz="7200" dirty="0" err="1" smtClean="0"/>
              <a:t>Dockerfile</a:t>
            </a:r>
            <a:endParaRPr lang="fr-FR" sz="7200" dirty="0"/>
          </a:p>
        </p:txBody>
      </p:sp>
    </p:spTree>
    <p:extLst>
      <p:ext uri="{BB962C8B-B14F-4D97-AF65-F5344CB8AC3E}">
        <p14:creationId xmlns:p14="http://schemas.microsoft.com/office/powerpoint/2010/main" val="411298661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pic>
        <p:nvPicPr>
          <p:cNvPr id="2" name="Image 1"/>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943837" y="1611931"/>
            <a:ext cx="10311111" cy="4165079"/>
          </a:xfrm>
          <a:prstGeom prst="rect">
            <a:avLst/>
          </a:prstGeom>
        </p:spPr>
      </p:pic>
    </p:spTree>
    <p:extLst>
      <p:ext uri="{BB962C8B-B14F-4D97-AF65-F5344CB8AC3E}">
        <p14:creationId xmlns:p14="http://schemas.microsoft.com/office/powerpoint/2010/main" val="297481668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2" name="ZoneTexte 1"/>
          <p:cNvSpPr txBox="1"/>
          <p:nvPr/>
        </p:nvSpPr>
        <p:spPr>
          <a:xfrm>
            <a:off x="2166620" y="3100512"/>
            <a:ext cx="7865546" cy="1200329"/>
          </a:xfrm>
          <a:prstGeom prst="rect">
            <a:avLst/>
          </a:prstGeom>
          <a:noFill/>
        </p:spPr>
        <p:txBody>
          <a:bodyPr wrap="square" rtlCol="0">
            <a:spAutoFit/>
          </a:bodyPr>
          <a:lstStyle/>
          <a:p>
            <a:pPr algn="ctr"/>
            <a:r>
              <a:rPr lang="fr-FR" sz="7200" dirty="0" smtClean="0"/>
              <a:t>Le docker-compose</a:t>
            </a:r>
            <a:endParaRPr lang="fr-FR" sz="7200" dirty="0"/>
          </a:p>
        </p:txBody>
      </p:sp>
    </p:spTree>
    <p:extLst>
      <p:ext uri="{BB962C8B-B14F-4D97-AF65-F5344CB8AC3E}">
        <p14:creationId xmlns:p14="http://schemas.microsoft.com/office/powerpoint/2010/main" val="357104913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pic>
        <p:nvPicPr>
          <p:cNvPr id="2" name="Image 1"/>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645367" y="1950782"/>
            <a:ext cx="8743950" cy="3448050"/>
          </a:xfrm>
          <a:prstGeom prst="rect">
            <a:avLst/>
          </a:prstGeom>
        </p:spPr>
      </p:pic>
    </p:spTree>
    <p:extLst>
      <p:ext uri="{BB962C8B-B14F-4D97-AF65-F5344CB8AC3E}">
        <p14:creationId xmlns:p14="http://schemas.microsoft.com/office/powerpoint/2010/main" val="266332522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pic>
        <p:nvPicPr>
          <p:cNvPr id="2" name="Image 1"/>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3042720" y="1068917"/>
            <a:ext cx="5698942" cy="5361463"/>
          </a:xfrm>
          <a:prstGeom prst="rect">
            <a:avLst/>
          </a:prstGeom>
        </p:spPr>
      </p:pic>
    </p:spTree>
    <p:extLst>
      <p:ext uri="{BB962C8B-B14F-4D97-AF65-F5344CB8AC3E}">
        <p14:creationId xmlns:p14="http://schemas.microsoft.com/office/powerpoint/2010/main" val="2404393787"/>
      </p:ext>
    </p:extLst>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3902</TotalTime>
  <Words>614</Words>
  <Application>Microsoft Office PowerPoint</Application>
  <PresentationFormat>Grand écran</PresentationFormat>
  <Paragraphs>86</Paragraphs>
  <Slides>19</Slides>
  <Notes>19</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19</vt:i4>
      </vt:variant>
    </vt:vector>
  </HeadingPairs>
  <TitlesOfParts>
    <vt:vector size="23" baseType="lpstr">
      <vt:lpstr>Arial</vt:lpstr>
      <vt:lpstr>Calibri</vt:lpstr>
      <vt:lpstr>Calibri Light</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chretienne jerome</dc:creator>
  <cp:lastModifiedBy>Maxime PRZYBYLO</cp:lastModifiedBy>
  <cp:revision>256</cp:revision>
  <dcterms:created xsi:type="dcterms:W3CDTF">2016-05-20T16:12:03Z</dcterms:created>
  <dcterms:modified xsi:type="dcterms:W3CDTF">2021-11-30T16:02:00Z</dcterms:modified>
</cp:coreProperties>
</file>